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p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495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909560" y="5120640"/>
            <a:ext cx="3840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64592" rtlCol="0" anchor="ctr"/>
          <a:lstStyle/>
          <a:p>
            <a:pPr algn="ctr">
              <a:defRPr sz="1200" b="1">
                <a:solidFill>
                  <a:srgbClr val="3075A6"/>
                </a:solidFill>
                <a:latin typeface="Aptos Display"/>
              </a:defRPr>
            </a:pPr>
            <a:r>
              <a:rPr dirty="0"/>
              <a:t>PROJECT PRESENTED BY</a:t>
            </a:r>
          </a:p>
          <a:p>
            <a:pPr>
              <a:spcBef>
                <a:spcPts val="400"/>
              </a:spcBef>
              <a:defRPr sz="1300" b="1">
                <a:solidFill>
                  <a:srgbClr val="23232D"/>
                </a:solidFill>
                <a:latin typeface="Aptos"/>
              </a:defRPr>
            </a:pPr>
            <a:r>
              <a:rPr dirty="0"/>
              <a:t>M.MONIKAVAISHNAVI  |  2620030544</a:t>
            </a:r>
          </a:p>
          <a:p>
            <a:pPr>
              <a:defRPr sz="1300" b="1">
                <a:solidFill>
                  <a:srgbClr val="23232D"/>
                </a:solidFill>
                <a:latin typeface="Aptos"/>
              </a:defRPr>
            </a:pPr>
            <a:r>
              <a:rPr dirty="0"/>
              <a:t>MUTYALA LAKSHMI VINAYA  |  2620030498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95560" y="201168"/>
            <a:ext cx="1691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68712" y="237744"/>
            <a:ext cx="960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B22D2F"/>
                </a:solidFill>
                <a:latin typeface="Arial"/>
              </a:defRPr>
            </a:pPr>
            <a:r>
              <a:t>KLH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6808" y="283464"/>
            <a:ext cx="7132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E1E1E"/>
                </a:solidFill>
                <a:latin typeface="Arial"/>
              </a:defRPr>
            </a:pPr>
            <a:r>
              <a:t>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36808" y="512064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3075A6"/>
                </a:solidFill>
                <a:latin typeface="Arial"/>
              </a:defRPr>
            </a:pPr>
            <a:r>
              <a:t>BACHUPALLY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p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p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p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p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p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28"/>
                </a:solidFill>
                <a:latin typeface="Aptos Display"/>
              </a:defRPr>
            </a:pPr>
            <a:r>
              <a:t>Java Implementation: Sample Output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744200" cy="4983480"/>
          </a:xfrm>
          <a:prstGeom prst="roundRect">
            <a:avLst/>
          </a:prstGeom>
          <a:solidFill>
            <a:srgbClr val="1E222A"/>
          </a:solidFill>
          <a:ln>
            <a:solidFill>
              <a:srgbClr val="3C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320040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EBF0F5"/>
                </a:solidFill>
                <a:latin typeface="Consolas"/>
              </a:defRPr>
            </a:pPr>
            <a:r>
              <a:t>Sample Method Calls &amp; Output</a:t>
            </a:r>
          </a:p>
          <a:p>
            <a:pPr>
              <a:spcAft>
                <a:spcPts val="700"/>
              </a:spcAft>
              <a:defRPr sz="1400" b="0">
                <a:solidFill>
                  <a:srgbClr val="EBF0F5"/>
                </a:solidFill>
                <a:latin typeface="Consola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EBF0F5"/>
                </a:solidFill>
                <a:latin typeface="Consolas"/>
              </a:defRPr>
            </a:pPr>
            <a:r>
              <a:t>lifeThreat = true,  highRisk = false</a:t>
            </a:r>
          </a:p>
          <a:p>
            <a:pPr>
              <a:spcAft>
                <a:spcPts val="700"/>
              </a:spcAft>
              <a:defRPr sz="1400" b="0">
                <a:solidFill>
                  <a:srgbClr val="EBF0F5"/>
                </a:solidFill>
                <a:latin typeface="Consolas"/>
              </a:defRPr>
            </a:pPr>
            <a:r>
              <a:t>Output: ESI Level = 1</a:t>
            </a:r>
          </a:p>
          <a:p>
            <a:pPr>
              <a:spcAft>
                <a:spcPts val="700"/>
              </a:spcAft>
              <a:defRPr sz="1400" b="0">
                <a:solidFill>
                  <a:srgbClr val="EBF0F5"/>
                </a:solidFill>
                <a:latin typeface="Consola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EBF0F5"/>
                </a:solidFill>
                <a:latin typeface="Consolas"/>
              </a:defRPr>
            </a:pPr>
            <a:r>
              <a:t>lifeThreat = false, highRisk = true</a:t>
            </a:r>
          </a:p>
          <a:p>
            <a:pPr>
              <a:spcAft>
                <a:spcPts val="700"/>
              </a:spcAft>
              <a:defRPr sz="1400" b="0">
                <a:solidFill>
                  <a:srgbClr val="EBF0F5"/>
                </a:solidFill>
                <a:latin typeface="Consolas"/>
              </a:defRPr>
            </a:pPr>
            <a:r>
              <a:t>Output: ESI Level = 2</a:t>
            </a:r>
          </a:p>
          <a:p>
            <a:pPr>
              <a:spcAft>
                <a:spcPts val="700"/>
              </a:spcAft>
              <a:defRPr sz="1400" b="0">
                <a:solidFill>
                  <a:srgbClr val="EBF0F5"/>
                </a:solidFill>
                <a:latin typeface="Consola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EBF0F5"/>
                </a:solidFill>
                <a:latin typeface="Consolas"/>
              </a:defRPr>
            </a:pPr>
            <a:r>
              <a:t>lifeThreat = false, highRisk = false</a:t>
            </a:r>
          </a:p>
          <a:p>
            <a:pPr>
              <a:spcAft>
                <a:spcPts val="700"/>
              </a:spcAft>
              <a:defRPr sz="1400" b="0">
                <a:solidFill>
                  <a:srgbClr val="EBF0F5"/>
                </a:solidFill>
                <a:latin typeface="Consolas"/>
              </a:defRPr>
            </a:pPr>
            <a:r>
              <a:t>Output: ESI Level = 3</a:t>
            </a:r>
          </a:p>
          <a:p>
            <a:pPr>
              <a:spcAft>
                <a:spcPts val="700"/>
              </a:spcAft>
              <a:defRPr sz="1400" b="0">
                <a:solidFill>
                  <a:srgbClr val="EBF0F5"/>
                </a:solidFill>
                <a:latin typeface="Consola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EBF0F5"/>
                </a:solidFill>
                <a:latin typeface="Consolas"/>
              </a:defRPr>
            </a:pPr>
            <a:r>
              <a:t>Note: The given code has no main() method, so the exact code</a:t>
            </a:r>
          </a:p>
          <a:p>
            <a:pPr>
              <a:spcAft>
                <a:spcPts val="700"/>
              </a:spcAft>
              <a:defRPr sz="1400" b="0">
                <a:solidFill>
                  <a:srgbClr val="EBF0F5"/>
                </a:solidFill>
                <a:latin typeface="Consolas"/>
              </a:defRPr>
            </a:pPr>
            <a:r>
              <a:t>by itself produces no console output until assignESILevel() is called.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46E"/>
                </a:solidFill>
                <a:latin typeface="Aptos"/>
              </a:defRPr>
            </a:pPr>
            <a:r>
              <a:t>M.MONIKAVAISHNAVI (2620030544)  •  MUTYALA LAKSHMI VINAYA (2620030498)  •  KLH UNIVERSITY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1E28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261872"/>
            <a:ext cx="1051560" cy="54864"/>
          </a:xfrm>
          <a:prstGeom prst="rect">
            <a:avLst/>
          </a:prstGeom>
          <a:solidFill>
            <a:srgbClr val="307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73152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tIns="274320" rIns="292608" rtlCol="0" anchor="ctr"/>
          <a:lstStyle/>
          <a:p>
            <a:pPr algn="ctr">
              <a:spcAft>
                <a:spcPts val="1600"/>
              </a:spcAft>
              <a:defRPr sz="2000" b="1">
                <a:solidFill>
                  <a:srgbClr val="373741"/>
                </a:solidFill>
                <a:latin typeface="Aptos"/>
              </a:defRPr>
            </a:pPr>
            <a:r>
              <a:t>• Triage is the first step in organizing emergency care.</a:t>
            </a:r>
          </a:p>
          <a:p>
            <a:pPr>
              <a:spcAft>
                <a:spcPts val="1600"/>
              </a:spcAft>
              <a:defRPr sz="1800" b="0">
                <a:solidFill>
                  <a:srgbClr val="373741"/>
                </a:solidFill>
                <a:latin typeface="Aptos"/>
              </a:defRPr>
            </a:pPr>
            <a:r>
              <a:t>• It helps identify patients who need immediate attention.</a:t>
            </a:r>
          </a:p>
          <a:p>
            <a:pPr>
              <a:spcAft>
                <a:spcPts val="1600"/>
              </a:spcAft>
              <a:defRPr sz="1800" b="0">
                <a:solidFill>
                  <a:srgbClr val="373741"/>
                </a:solidFill>
                <a:latin typeface="Aptos"/>
              </a:defRPr>
            </a:pPr>
            <a:r>
              <a:t>• The process uses quick assessment, acuity levels, and treatment routing.</a:t>
            </a:r>
          </a:p>
          <a:p>
            <a:pPr>
              <a:spcAft>
                <a:spcPts val="1600"/>
              </a:spcAft>
              <a:defRPr sz="1800" b="0">
                <a:solidFill>
                  <a:srgbClr val="373741"/>
                </a:solidFill>
                <a:latin typeface="Aptos"/>
              </a:defRPr>
            </a:pPr>
            <a:r>
              <a:t>• Java can model basic triage rules using conditions and methods.</a:t>
            </a:r>
          </a:p>
          <a:p>
            <a:pPr>
              <a:spcAft>
                <a:spcPts val="1600"/>
              </a:spcAft>
              <a:defRPr sz="1800" b="0">
                <a:solidFill>
                  <a:srgbClr val="373741"/>
                </a:solidFill>
                <a:latin typeface="Aptos"/>
              </a:defRPr>
            </a:pPr>
            <a:r>
              <a:t>• Modern digital tools can support faster and more organized patient 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75320" y="1600200"/>
            <a:ext cx="3246120" cy="4343400"/>
          </a:xfrm>
          <a:prstGeom prst="roundRect">
            <a:avLst/>
          </a:prstGeom>
          <a:solidFill>
            <a:srgbClr val="EBF2F8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Ins="256032" rtlCol="0" anchor="ctr"/>
          <a:lstStyle/>
          <a:p>
            <a:pPr algn="ctr">
              <a:defRPr sz="1400" b="1">
                <a:solidFill>
                  <a:srgbClr val="3075A6"/>
                </a:solidFill>
                <a:latin typeface="Aptos"/>
              </a:defRPr>
            </a:pPr>
            <a:r>
              <a:t>KEY TAKEAWAY</a:t>
            </a:r>
          </a:p>
          <a:p>
            <a:pPr algn="ctr">
              <a:spcBef>
                <a:spcPts val="1200"/>
              </a:spcBef>
              <a:defRPr sz="2200" b="1">
                <a:solidFill>
                  <a:srgbClr val="233746"/>
                </a:solidFill>
                <a:latin typeface="Aptos Display"/>
              </a:defRPr>
            </a:pPr>
            <a:r>
              <a:t>Fast + structured triage</a:t>
            </a:r>
            <a:br/>
            <a:r>
              <a:t>supports safer emergency</a:t>
            </a:r>
            <a:br/>
            <a:r>
              <a:t>care and better patient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2362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973"/>
                </a:solidFill>
                <a:latin typeface="Aptos"/>
              </a:defRPr>
            </a:pPr>
            <a:r>
              <a:t>M.MONIKAVAISHNAVI (2620030544)  •  MUTYALA LAKSHMI VINAYA (2620030498)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384048"/>
            <a:ext cx="1783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94392" y="420623"/>
            <a:ext cx="960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B22D2F"/>
                </a:solidFill>
                <a:latin typeface="Arial"/>
              </a:defRPr>
            </a:pPr>
            <a:r>
              <a:t>KLH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2488" y="466344"/>
            <a:ext cx="7132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E1E1E"/>
                </a:solidFill>
                <a:latin typeface="Arial"/>
              </a:defRPr>
            </a:pPr>
            <a:r>
              <a:t>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2488" y="694944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3075A6"/>
                </a:solidFill>
                <a:latin typeface="Arial"/>
              </a:defRPr>
            </a:pPr>
            <a:r>
              <a:t>BACHUPALLY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202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vaishnavi .M</dc:creator>
  <cp:keywords/>
  <dc:description>generated using python-pptx</dc:description>
  <cp:lastModifiedBy>vaishnavi .M</cp:lastModifiedBy>
  <cp:revision>2</cp:revision>
  <dcterms:created xsi:type="dcterms:W3CDTF">2013-01-27T09:14:16Z</dcterms:created>
  <dcterms:modified xsi:type="dcterms:W3CDTF">2026-09-25T15:03:27Z</dcterms:modified>
  <cp:category/>
</cp:coreProperties>
</file>