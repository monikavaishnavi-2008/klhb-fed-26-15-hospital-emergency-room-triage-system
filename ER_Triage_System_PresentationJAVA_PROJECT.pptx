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188720"/>
            <a:ext cx="10058400" cy="1554480"/>
          </a:xfrm>
        </p:spPr>
        <p:txBody>
          <a:bodyPr/>
          <a:lstStyle/>
          <a:p>
            <a:r>
              <a:rPr sz="4400" b="1">
                <a:solidFill>
                  <a:srgbClr val="9B1B30"/>
                </a:solidFill>
              </a:rPr>
              <a:t>Hospital Emergency Room Triage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2926080"/>
            <a:ext cx="10058400" cy="2377440"/>
          </a:xfrm>
        </p:spPr>
        <p:txBody>
          <a:bodyPr/>
          <a:lstStyle/>
          <a:p>
            <a:pPr algn="ctr">
              <a:spcAft>
                <a:spcPts val="600"/>
              </a:spcAft>
            </a:pPr>
            <a:r>
              <a:rPr sz="2000" b="1" dirty="0">
                <a:solidFill>
                  <a:srgbClr val="222222"/>
                </a:solidFill>
              </a:rPr>
              <a:t>Team No: </a:t>
            </a:r>
            <a:r>
              <a:rPr lang="en-US" sz="2000" b="1" dirty="0">
                <a:solidFill>
                  <a:srgbClr val="222222"/>
                </a:solidFill>
              </a:rPr>
              <a:t>30</a:t>
            </a:r>
            <a:endParaRPr sz="2000" b="1" dirty="0">
              <a:solidFill>
                <a:srgbClr val="222222"/>
              </a:solidFill>
            </a:endParaRPr>
          </a:p>
          <a:p>
            <a:pPr algn="ctr"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</a:rPr>
              <a:t>Mutyala Lakshmi Vinaya  |  Roll No: </a:t>
            </a:r>
            <a:r>
              <a:rPr lang="en-US" sz="1800" dirty="0">
                <a:solidFill>
                  <a:srgbClr val="222222"/>
                </a:solidFill>
              </a:rPr>
              <a:t>2620030498</a:t>
            </a:r>
            <a:endParaRPr sz="1800" b="0" dirty="0">
              <a:solidFill>
                <a:srgbClr val="222222"/>
              </a:solidFill>
            </a:endParaRPr>
          </a:p>
          <a:p>
            <a:pPr algn="ctr"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</a:rPr>
              <a:t>Monika Vaishnavi  |  Roll No: </a:t>
            </a:r>
          </a:p>
          <a:p>
            <a:pPr algn="ctr">
              <a:spcAft>
                <a:spcPts val="600"/>
              </a:spcAft>
            </a:pPr>
            <a:r>
              <a:rPr sz="1800" b="0" dirty="0">
                <a:solidFill>
                  <a:srgbClr val="222222"/>
                </a:solidFill>
              </a:rPr>
              <a:t>Guide: K. Sree Ram Murthy</a:t>
            </a:r>
          </a:p>
          <a:p>
            <a:pPr algn="ctr">
              <a:spcAft>
                <a:spcPts val="600"/>
              </a:spcAft>
            </a:pPr>
            <a:r>
              <a:rPr sz="1200" b="0" dirty="0">
                <a:solidFill>
                  <a:srgbClr val="555555"/>
                </a:solidFill>
              </a:rPr>
              <a:t>26SC1101E Problem Solving Using Programming (JAVA)  |  KLH, A.Y 2026-27 Trimester I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Abstract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60020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1560" y="2011680"/>
            <a:ext cx="457200" cy="4572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91640"/>
            <a:ext cx="941832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B1B30"/>
                </a:solidFill>
              </a:rPr>
              <a:t>Register &amp; assess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57400"/>
            <a:ext cx="941832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On arrival, patients are registered and their symptoms, vital signs and medical history are recorded. Triage then ranks each case by urgency so critical patients are treated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01752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" y="3429000"/>
            <a:ext cx="457200" cy="4572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108960"/>
            <a:ext cx="941832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B1B30"/>
                </a:solidFill>
              </a:rPr>
              <a:t>Manage &amp;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474720"/>
            <a:ext cx="941832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One central platform shows the patient queue, assigns patients to doctors or departments, tracks treatment status, raises alerts for critical cases and reports free beds and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43484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51560" y="4846320"/>
            <a:ext cx="457200" cy="45720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526279"/>
            <a:ext cx="941832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9B1B30"/>
                </a:solidFill>
              </a:rPr>
              <a:t>Faster, safer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892040"/>
            <a:ext cx="941832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</a:rPr>
              <a:t>Automating paperwork and routine steps cuts waiting time, improves resource use and reduces errors, helping doctors, nurses and administrators decide in time.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Understanding the 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6002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4937759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4937759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Emergency rooms receive more patients than they can see at once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Manual paperwork slows registration and invites errors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Critical cases can wait behind minor ones without clear prioritisation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Staff lack a live view of queues, beds and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C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691640"/>
            <a:ext cx="4937759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Our Java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194560"/>
            <a:ext cx="4937759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Register patients and store vitals, symptoms and history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Score severity and assign a triage priority automatically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Serve the queue in priority order and assign doctors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Track beds and treatment status; alert on critical cases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CO1 – From Problem to Program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step1"/>
          <p:cNvSpPr/>
          <p:nvPr/>
        </p:nvSpPr>
        <p:spPr>
          <a:xfrm>
            <a:off x="841248" y="1645920"/>
            <a:ext cx="2194560" cy="914400"/>
          </a:xfrm>
          <a:prstGeom prst="homePlat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Register patient</a:t>
            </a:r>
          </a:p>
        </p:txBody>
      </p:sp>
      <p:sp>
        <p:nvSpPr>
          <p:cNvPr id="7" name="step2"/>
          <p:cNvSpPr/>
          <p:nvPr/>
        </p:nvSpPr>
        <p:spPr>
          <a:xfrm>
            <a:off x="2926079" y="1645920"/>
            <a:ext cx="2194560" cy="914400"/>
          </a:xfrm>
          <a:prstGeom prst="chevron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Record vitals</a:t>
            </a:r>
          </a:p>
        </p:txBody>
      </p:sp>
      <p:sp>
        <p:nvSpPr>
          <p:cNvPr id="8" name="step3"/>
          <p:cNvSpPr/>
          <p:nvPr/>
        </p:nvSpPr>
        <p:spPr>
          <a:xfrm>
            <a:off x="5010912" y="1645920"/>
            <a:ext cx="2194560" cy="914400"/>
          </a:xfrm>
          <a:prstGeom prst="chevron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Score severity</a:t>
            </a:r>
          </a:p>
        </p:txBody>
      </p:sp>
      <p:sp>
        <p:nvSpPr>
          <p:cNvPr id="9" name="step4"/>
          <p:cNvSpPr/>
          <p:nvPr/>
        </p:nvSpPr>
        <p:spPr>
          <a:xfrm>
            <a:off x="7095744" y="1645920"/>
            <a:ext cx="2194560" cy="914400"/>
          </a:xfrm>
          <a:prstGeom prst="chevron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Assign priority</a:t>
            </a:r>
          </a:p>
        </p:txBody>
      </p:sp>
      <p:sp>
        <p:nvSpPr>
          <p:cNvPr id="10" name="step5"/>
          <p:cNvSpPr/>
          <p:nvPr/>
        </p:nvSpPr>
        <p:spPr>
          <a:xfrm>
            <a:off x="9180576" y="1645920"/>
            <a:ext cx="2194560" cy="914400"/>
          </a:xfrm>
          <a:prstGeom prst="chevron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Treat &amp; 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834640"/>
            <a:ext cx="5120640" cy="278892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926080"/>
            <a:ext cx="4937759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Data types &amp;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29000"/>
            <a:ext cx="4937759" cy="2103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String </a:t>
            </a:r>
            <a:r>
              <a:rPr sz="1700">
                <a:solidFill>
                  <a:srgbClr val="222222"/>
                </a:solidFill>
              </a:rPr>
              <a:t>name, symptoms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int </a:t>
            </a:r>
            <a:r>
              <a:rPr sz="1700">
                <a:solidFill>
                  <a:srgbClr val="222222"/>
                </a:solidFill>
              </a:rPr>
              <a:t>age, heart rate, severity score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double </a:t>
            </a:r>
            <a:r>
              <a:rPr sz="1700">
                <a:solidFill>
                  <a:srgbClr val="222222"/>
                </a:solidFill>
              </a:rPr>
              <a:t>temperature, SpO₂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boolean </a:t>
            </a:r>
            <a:r>
              <a:rPr sz="1700">
                <a:solidFill>
                  <a:srgbClr val="222222"/>
                </a:solidFill>
              </a:rPr>
              <a:t>isCritical, bedAssigned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834640"/>
            <a:ext cx="5120640" cy="278892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2926080"/>
            <a:ext cx="4937759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Input /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429000"/>
            <a:ext cx="4937759" cy="210312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Scanner reads patient details from the console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Arithmetic expressions combine vitals into a severity score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Formatted output prints queue and patient summary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CO2 – Loops and Conditions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51206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B1B30"/>
                </a:solidFill>
              </a:rPr>
              <a:t>Selection: if / else-if / switch sets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011680"/>
            <a:ext cx="5120640" cy="804672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167128"/>
            <a:ext cx="502920" cy="502920"/>
          </a:xfrm>
          <a:prstGeom prst="ellipse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84832"/>
            <a:ext cx="42062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23160"/>
            <a:ext cx="42062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Immediate 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926080"/>
            <a:ext cx="5120640" cy="804672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0120" y="3081528"/>
            <a:ext cx="502920" cy="502920"/>
          </a:xfrm>
          <a:prstGeom prst="ellipse">
            <a:avLst/>
          </a:prstGeom>
          <a:solidFill>
            <a:srgbClr val="C2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999232"/>
            <a:ext cx="42062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Urgent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337560"/>
            <a:ext cx="42062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Within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840480"/>
            <a:ext cx="5120640" cy="804672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" y="3995928"/>
            <a:ext cx="502920" cy="502920"/>
          </a:xfrm>
          <a:prstGeom prst="ellipse">
            <a:avLst/>
          </a:prstGeom>
          <a:solidFill>
            <a:srgbClr val="8A6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913632"/>
            <a:ext cx="42062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Semi-urgent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251960"/>
            <a:ext cx="42062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Wait is safe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754880"/>
            <a:ext cx="5120640" cy="804672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0120" y="4910328"/>
            <a:ext cx="502920" cy="502920"/>
          </a:xfrm>
          <a:prstGeom prst="ellipse">
            <a:avLst/>
          </a:prstGeom>
          <a:solidFill>
            <a:srgbClr val="4F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0" bIns="54864"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28032"/>
            <a:ext cx="42062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Non-urgent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166360"/>
            <a:ext cx="420624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Routine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002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1691640"/>
            <a:ext cx="4937759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Repetition &amp; termination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194560"/>
            <a:ext cx="4937759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do-while </a:t>
            </a:r>
            <a:r>
              <a:rPr sz="1700">
                <a:solidFill>
                  <a:srgbClr val="222222"/>
                </a:solidFill>
              </a:rPr>
              <a:t>main menu repeats until the user chooses Exit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while </a:t>
            </a:r>
            <a:r>
              <a:rPr sz="1700">
                <a:solidFill>
                  <a:srgbClr val="222222"/>
                </a:solidFill>
              </a:rPr>
              <a:t>re-prompts until valid vitals are entered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for </a:t>
            </a:r>
            <a:r>
              <a:rPr sz="1700">
                <a:solidFill>
                  <a:srgbClr val="222222"/>
                </a:solidFill>
              </a:rPr>
              <a:t>scans the queue to find the highest priority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break / continue </a:t>
            </a:r>
            <a:r>
              <a:rPr sz="1700">
                <a:solidFill>
                  <a:srgbClr val="222222"/>
                </a:solidFill>
              </a:rPr>
              <a:t>stop at first match, skip treated patients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CO3 – Applying Methods and Arrays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60020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09928"/>
            <a:ext cx="2514600" cy="4114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B1B30"/>
                </a:solidFill>
              </a:rPr>
              <a:t>registerPatient()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2514600" cy="5486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adds a new patient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60020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709928"/>
            <a:ext cx="2514600" cy="4114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B1B30"/>
                </a:solidFill>
              </a:rPr>
              <a:t>calculateSeverity()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148840"/>
            <a:ext cx="2514600" cy="5486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returns a score from vitals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92608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035808"/>
            <a:ext cx="2514600" cy="4114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B1B30"/>
                </a:solidFill>
              </a:rPr>
              <a:t>nextPatient()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74720"/>
            <a:ext cx="2514600" cy="5486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picks highest 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4448" y="292608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3035808"/>
            <a:ext cx="2514600" cy="4114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B1B30"/>
                </a:solidFill>
              </a:rPr>
              <a:t>assignDoctor()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474720"/>
            <a:ext cx="2514600" cy="5486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matches patient to doctor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25196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361688"/>
            <a:ext cx="2514600" cy="4114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B1B30"/>
                </a:solidFill>
              </a:rPr>
              <a:t>updateBedStatus()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800600"/>
            <a:ext cx="2514600" cy="5486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occupies or frees a bed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84448" y="4251960"/>
            <a:ext cx="2606040" cy="118872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4361688"/>
            <a:ext cx="2514600" cy="4114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B1B30"/>
                </a:solidFill>
              </a:rPr>
              <a:t>displayQueue()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4800600"/>
            <a:ext cx="2514600" cy="54864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</a:rPr>
              <a:t>prints the waiting 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600200"/>
            <a:ext cx="48463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C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79" y="1691640"/>
            <a:ext cx="466344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Why methods &amp; arrays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2194560"/>
            <a:ext cx="4663440" cy="315468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Each task is a separate method, so the code is modular and reusable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Methods take parameters and return values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Arrays hold the patient queue and the bed list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A recursive helper can traverse structures such as the queue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CO4 – Exception Handling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640080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9B1B30"/>
                </a:solidFill>
              </a:rPr>
              <a:t>try → catch → finally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011680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84832"/>
            <a:ext cx="585216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</a:rPr>
              <a:t>InputMismatchException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585216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text typed where a number is expected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971800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044952"/>
            <a:ext cx="585216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</a:rPr>
              <a:t>InvalidVitalsException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29000"/>
            <a:ext cx="585216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custom: vitals outside a realistic range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931920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005072"/>
            <a:ext cx="585216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</a:rPr>
              <a:t>BedUnavailableException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585216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custom: no free bed for the patient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4892040"/>
            <a:ext cx="6035040" cy="86868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965192"/>
            <a:ext cx="585216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</a:rPr>
              <a:t>ArrayIndexOutOfBounds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49240"/>
            <a:ext cx="585216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</a:rPr>
              <a:t>guards queue and bed array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8" y="1600200"/>
            <a:ext cx="42062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C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42048" y="1691640"/>
            <a:ext cx="4023359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Failing safely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194560"/>
            <a:ext cx="4023359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Invalid input is caught and the user is asked again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Custom exceptions give clear messages to staff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The program keeps running instead of crashing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>
                <a:solidFill>
                  <a:srgbClr val="222222"/>
                </a:solidFill>
              </a:rPr>
              <a:t>Private fields with getters and setters protect patient data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CO5 – Constructors and Polymorphism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463040" y="1600200"/>
            <a:ext cx="2926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63040" y="1600200"/>
            <a:ext cx="2926080" cy="384048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Person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292608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</a:rPr>
              <a:t>name, age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</a:rPr>
              <a:t>Person(name, age)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337560"/>
            <a:ext cx="2194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3337560"/>
            <a:ext cx="2194560" cy="384048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Patient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49039"/>
            <a:ext cx="219456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</a:rPr>
              <a:t>vitals, priority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</a:rPr>
              <a:t>getPriority()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3337560"/>
            <a:ext cx="21945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3337560"/>
            <a:ext cx="2194560" cy="384048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Doctor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749039"/>
            <a:ext cx="219456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</a:rPr>
              <a:t>department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</a:rPr>
              <a:t>getRole()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38528" y="2834640"/>
            <a:ext cx="987552" cy="502920"/>
          </a:xfrm>
          <a:prstGeom prst="line">
            <a:avLst/>
          </a:prstGeom>
          <a:ln w="1905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2926080" y="2834640"/>
            <a:ext cx="1417320" cy="502920"/>
          </a:xfrm>
          <a:prstGeom prst="line">
            <a:avLst/>
          </a:prstGeom>
          <a:ln w="19050">
            <a:solidFill>
              <a:srgbClr val="9B1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41248" y="4892040"/>
            <a:ext cx="2194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1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" y="4892040"/>
            <a:ext cx="2194560" cy="384048"/>
          </a:xfrm>
          <a:prstGeom prst="rect">
            <a:avLst/>
          </a:prstGeom>
          <a:solidFill>
            <a:srgbClr val="9B1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CriticalPatient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303520"/>
            <a:ext cx="219456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22222"/>
                </a:solidFill>
              </a:rPr>
              <a:t>getPriority() →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600200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79" y="1691640"/>
            <a:ext cx="512064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OOP in the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194560"/>
            <a:ext cx="5120640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Constructors </a:t>
            </a:r>
            <a:r>
              <a:rPr sz="1700">
                <a:solidFill>
                  <a:srgbClr val="222222"/>
                </a:solidFill>
              </a:rPr>
              <a:t>initialise Patient and Doctor objects; overloaded versions accept different details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Inheritance </a:t>
            </a:r>
            <a:r>
              <a:rPr sz="1700">
                <a:solidFill>
                  <a:srgbClr val="222222"/>
                </a:solidFill>
              </a:rPr>
              <a:t>Patient and Doctor extend Person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Overriding </a:t>
            </a:r>
            <a:r>
              <a:rPr sz="1700">
                <a:solidFill>
                  <a:srgbClr val="222222"/>
                </a:solidFill>
              </a:rPr>
              <a:t>each patient type defines its own getPriority()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700" b="1">
                <a:solidFill>
                  <a:srgbClr val="9B1B30"/>
                </a:solidFill>
              </a:rPr>
              <a:t>Polymorphism </a:t>
            </a:r>
            <a:r>
              <a:rPr sz="1700">
                <a:solidFill>
                  <a:srgbClr val="222222"/>
                </a:solidFill>
              </a:rPr>
              <a:t>one Person/Patient reference works with every subtype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CO6 – Project Quality, GitHub and Deployment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600200"/>
            <a:ext cx="3383280" cy="40233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320040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Code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3200400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Meaningful names and comments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Separate classes per role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Input validation and tested scenarios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38328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C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691640"/>
            <a:ext cx="320040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194560"/>
            <a:ext cx="3200400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Source code under version control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Regular commits show progress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Link and commit count on review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1600200"/>
            <a:ext cx="3383280" cy="40233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1691640"/>
            <a:ext cx="320040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194560"/>
            <a:ext cx="3200400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Compiled and packaged as a runnable JAR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Runs with java -jar on any JDK system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README explains setup and use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31520"/>
            <a:ext cx="10515600" cy="731520"/>
          </a:xfrm>
        </p:spPr>
        <p:txBody>
          <a:bodyPr anchor="ctr"/>
          <a:lstStyle/>
          <a:p>
            <a:r>
              <a:rPr sz="3200" b="1">
                <a:solidFill>
                  <a:srgbClr val="9B1B30"/>
                </a:solidFill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6002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91640"/>
            <a:ext cx="4937759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What we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4937759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A Java triage system that registers patients and ranks them by severity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Queue, doctor and bed management in one place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Input validation and exception handling for safe operation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Applies all six course outcomes in a single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0020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C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691640"/>
            <a:ext cx="4937759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9B1B30"/>
                </a:solidFill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194560"/>
            <a:ext cx="4937759" cy="3337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Database storage for permanent patient records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Graphical interface for hospital staff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Real-time alerts to doctors and nurses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rPr sz="1900">
                <a:solidFill>
                  <a:srgbClr val="222222"/>
                </a:solidFill>
              </a:rPr>
              <a:t>Analytics on waiting times and resource use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B36B-BC87-6573-A41A-2B7FB594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E65D-F5E4-B418-BD38-D123BD39F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BEDBA-3AF5-C072-B29A-1ABB0619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821DD-2425-B52B-56E6-C79F2C17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09ADB6-67E3-A83D-9308-0847259DC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3633"/>
            <a:ext cx="10436257" cy="574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22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9A2E2-DD97-C866-AF4E-4DA35B3C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801EDE-326B-7B03-A4F4-CEE8EBB97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84" y="365124"/>
            <a:ext cx="10656216" cy="657300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545CF-24FD-92A2-7F6D-26269159A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21EFE-D062-F0E6-0893-CEB7B279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013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E6A6-12A6-E0C8-C9B0-BB079D2C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397602-93E4-C43E-1E4E-E084AF62A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794476" cy="58118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1A5A8-919B-FE3A-F5AF-8C43EFED3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17A8C-1310-EFDD-32B3-632DF990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88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1AE82-67AB-62BD-B5B7-1F0A77145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1E1B04-3F4C-E277-C9B1-2E0DE36B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14</a:t>
            </a:fld>
            <a:endParaRPr lang="en-IN"/>
          </a:p>
        </p:txBody>
      </p:sp>
      <p:pic>
        <p:nvPicPr>
          <p:cNvPr id="5" name="Picture 4" descr="The image displays a Windows command prompt interface, with a user inputting data for a Java program named HospitalTriage, which then outputs a patient's information.&#10;&#10;AI-generated content may be incorrect.">
            <a:extLst>
              <a:ext uri="{FF2B5EF4-FFF2-40B4-BE49-F238E27FC236}">
                <a16:creationId xmlns:a16="http://schemas.microsoft.com/office/drawing/2014/main" id="{86BD7A01-2995-EBA7-A2B4-7FFA12D7A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905256"/>
            <a:ext cx="10869168" cy="50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4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EFF75-405B-C1C0-A015-5749782D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E53627-4F6C-B979-E6CB-7CFCE75D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15</a:t>
            </a:fld>
            <a:endParaRPr lang="en-IN"/>
          </a:p>
        </p:txBody>
      </p:sp>
      <p:pic>
        <p:nvPicPr>
          <p:cNvPr id="5" name="Picture 4" descr="The user is running a Java program in Windows Command Prompt, which searches for a patient named Sita, displays her details, and then sorts and saves patient records to a text file.&#10;&#10;AI-generated content may be incorrect.">
            <a:extLst>
              <a:ext uri="{FF2B5EF4-FFF2-40B4-BE49-F238E27FC236}">
                <a16:creationId xmlns:a16="http://schemas.microsoft.com/office/drawing/2014/main" id="{840DE9D8-054A-1D27-FC8C-6BBD1170B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42416"/>
            <a:ext cx="11152632" cy="48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00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D7388-38D9-14D8-BA08-BA916124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4CDCC-EA30-B4DF-DA0E-CA80A7C8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16</a:t>
            </a:fld>
            <a:endParaRPr lang="en-IN"/>
          </a:p>
        </p:txBody>
      </p:sp>
      <p:pic>
        <p:nvPicPr>
          <p:cNvPr id="5" name="Picture 4" descr="HospitalTriage&#10;&#10;AI-generated content may be incorrect.">
            <a:extLst>
              <a:ext uri="{FF2B5EF4-FFF2-40B4-BE49-F238E27FC236}">
                <a16:creationId xmlns:a16="http://schemas.microsoft.com/office/drawing/2014/main" id="{8F2F844D-1A7D-F65A-CFEA-12380D947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795528"/>
            <a:ext cx="12018264" cy="529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814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C7FAF-F6C5-F0AC-FC3E-8EA09657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6700-E555-1353-A083-022EBB3D9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34A7C-5201-84AA-8BF5-97991402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D4719-5B62-5AD2-E705-AFB2A29B2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17</a:t>
            </a:fld>
            <a:endParaRPr lang="en-IN"/>
          </a:p>
        </p:txBody>
      </p:sp>
      <p:pic>
        <p:nvPicPr>
          <p:cNvPr id="1026" name="Picture 2" descr="CARDS - sunshine and freckles | Thank you sunshine images, Sunshine card images, Thank you images aesthetic">
            <a:extLst>
              <a:ext uri="{FF2B5EF4-FFF2-40B4-BE49-F238E27FC236}">
                <a16:creationId xmlns:a16="http://schemas.microsoft.com/office/drawing/2014/main" id="{B2A3D9B0-1AA3-46F3-6965-97ECC5698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235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769</Words>
  <Application>Microsoft Office PowerPoint</Application>
  <PresentationFormat>Widescreen</PresentationFormat>
  <Paragraphs>169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Hospital Emergency Room Triage System</vt:lpstr>
      <vt:lpstr>Abstract</vt:lpstr>
      <vt:lpstr>Understanding the Problem Statement</vt:lpstr>
      <vt:lpstr>CO1 – From Problem to Program</vt:lpstr>
      <vt:lpstr>CO2 – Loops and Conditions</vt:lpstr>
      <vt:lpstr>CO3 – Applying Methods and Arrays</vt:lpstr>
      <vt:lpstr>CO4 – Exception Handling</vt:lpstr>
      <vt:lpstr>CO5 – Constructors and Polymorphism</vt:lpstr>
      <vt:lpstr>CO6 – Project Quality, GitHub and Deployment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vaishnavi .M</cp:lastModifiedBy>
  <cp:revision>7</cp:revision>
  <dcterms:created xsi:type="dcterms:W3CDTF">2026-09-15T09:57:10Z</dcterms:created>
  <dcterms:modified xsi:type="dcterms:W3CDTF">2026-10-15T17:27:28Z</dcterms:modified>
</cp:coreProperties>
</file>